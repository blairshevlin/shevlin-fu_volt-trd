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13716000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44" d="100"/>
          <a:sy n="44" d="100"/>
        </p:scale>
        <p:origin x="1862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2244726"/>
            <a:ext cx="11658600" cy="47752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7204076"/>
            <a:ext cx="10287000" cy="3311524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D2293-194F-439B-80BB-56BB00D6926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AA2-A498-4EFD-9470-F134774A6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528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D2293-194F-439B-80BB-56BB00D6926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AA2-A498-4EFD-9470-F134774A6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493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2" y="3419479"/>
            <a:ext cx="11830050" cy="5705474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2" y="9178929"/>
            <a:ext cx="11830050" cy="3000374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D2293-194F-439B-80BB-56BB00D6926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AA2-A498-4EFD-9470-F134774A6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2529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3651250"/>
            <a:ext cx="58293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5" y="3651250"/>
            <a:ext cx="58293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D2293-194F-439B-80BB-56BB00D6926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AA2-A498-4EFD-9470-F134774A6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248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730253"/>
            <a:ext cx="11830050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3" y="3362326"/>
            <a:ext cx="5802510" cy="1647824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3" y="5010150"/>
            <a:ext cx="5802510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6" y="3362326"/>
            <a:ext cx="5831087" cy="1647824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6" y="5010150"/>
            <a:ext cx="5831087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D2293-194F-439B-80BB-56BB00D6926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AA2-A498-4EFD-9470-F134774A6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11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D2293-194F-439B-80BB-56BB00D6926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AA2-A498-4EFD-9470-F134774A6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913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D2293-194F-439B-80BB-56BB00D6926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AA2-A498-4EFD-9470-F134774A6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94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914400"/>
            <a:ext cx="4423767" cy="32004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87" y="1974853"/>
            <a:ext cx="6943725" cy="9747250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4114800"/>
            <a:ext cx="4423767" cy="7623176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D2293-194F-439B-80BB-56BB00D6926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AA2-A498-4EFD-9470-F134774A6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983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914400"/>
            <a:ext cx="4423767" cy="32004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31087" y="1974853"/>
            <a:ext cx="6943725" cy="9747250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4114800"/>
            <a:ext cx="4423767" cy="7623176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D2293-194F-439B-80BB-56BB00D6926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AA2-A498-4EFD-9470-F134774A6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075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D2293-194F-439B-80BB-56BB00D6926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AA2-A498-4EFD-9470-F134774A6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753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3" y="730250"/>
            <a:ext cx="2957513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6" y="730250"/>
            <a:ext cx="8701088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D2293-194F-439B-80BB-56BB00D6926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AA2-A498-4EFD-9470-F134774A6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042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5" y="730253"/>
            <a:ext cx="1183005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5" y="3651250"/>
            <a:ext cx="1183005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5" y="12712703"/>
            <a:ext cx="30861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8D2293-194F-439B-80BB-56BB00D6926A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5" y="12712703"/>
            <a:ext cx="462915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5" y="12712703"/>
            <a:ext cx="30861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B10AA2-A498-4EFD-9470-F134774A6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037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C6535-FF51-383F-3D26-AD5EEDF3E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graph&#10;&#10;AI-generated content may be incorrect.">
            <a:extLst>
              <a:ext uri="{FF2B5EF4-FFF2-40B4-BE49-F238E27FC236}">
                <a16:creationId xmlns:a16="http://schemas.microsoft.com/office/drawing/2014/main" id="{6EEC8B68-F0BD-AE04-208C-463AEE3376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3716000" cy="7315200"/>
          </a:xfrm>
          <a:prstGeom prst="rect">
            <a:avLst/>
          </a:prstGeom>
        </p:spPr>
      </p:pic>
      <p:sp>
        <p:nvSpPr>
          <p:cNvPr id="98" name="TextBox 97">
            <a:extLst>
              <a:ext uri="{FF2B5EF4-FFF2-40B4-BE49-F238E27FC236}">
                <a16:creationId xmlns:a16="http://schemas.microsoft.com/office/drawing/2014/main" id="{D1BF3203-516F-9272-6AB3-47A6CF0B157E}"/>
              </a:ext>
            </a:extLst>
          </p:cNvPr>
          <p:cNvSpPr txBox="1"/>
          <p:nvPr/>
        </p:nvSpPr>
        <p:spPr>
          <a:xfrm>
            <a:off x="7067550" y="4556323"/>
            <a:ext cx="587060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*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2E3C24F-2EB1-91D5-0CDF-4F55AF417E05}"/>
              </a:ext>
            </a:extLst>
          </p:cNvPr>
          <p:cNvSpPr txBox="1"/>
          <p:nvPr/>
        </p:nvSpPr>
        <p:spPr>
          <a:xfrm>
            <a:off x="5836920" y="4556323"/>
            <a:ext cx="585216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*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4D3C86E-E47F-E777-B035-E635F8527B50}"/>
              </a:ext>
            </a:extLst>
          </p:cNvPr>
          <p:cNvSpPr txBox="1"/>
          <p:nvPr/>
        </p:nvSpPr>
        <p:spPr>
          <a:xfrm>
            <a:off x="11500316" y="4556323"/>
            <a:ext cx="585216" cy="523220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**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A9C00B-14D1-9611-904B-B878288DFF4D}"/>
              </a:ext>
            </a:extLst>
          </p:cNvPr>
          <p:cNvSpPr/>
          <p:nvPr/>
        </p:nvSpPr>
        <p:spPr>
          <a:xfrm>
            <a:off x="1078230" y="750570"/>
            <a:ext cx="10668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670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118</TotalTime>
  <Words>3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Shevlin, Blair</dc:creator>
  <cp:lastModifiedBy>Shevlin, Blair</cp:lastModifiedBy>
  <cp:revision>10</cp:revision>
  <dcterms:created xsi:type="dcterms:W3CDTF">2025-10-15T18:49:43Z</dcterms:created>
  <dcterms:modified xsi:type="dcterms:W3CDTF">2025-11-14T19:46:37Z</dcterms:modified>
</cp:coreProperties>
</file>