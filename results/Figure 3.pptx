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9" r:id="rId3"/>
    <p:sldId id="260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A21663-D1FE-4C66-A3A4-13BC7C407EB5}" v="4" dt="2026-06-03T16:18:07.6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>
        <p:scale>
          <a:sx n="75" d="100"/>
          <a:sy n="75" d="100"/>
        </p:scale>
        <p:origin x="154" y="3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evlin, Blair" userId="84ba045b-a58b-4124-82eb-e2fd3a9b1d68" providerId="ADAL" clId="{30024126-5384-4DA1-8B4F-6CA6F8B40A7D}"/>
    <pc:docChg chg="undo redo custSel modSld">
      <pc:chgData name="Shevlin, Blair" userId="84ba045b-a58b-4124-82eb-e2fd3a9b1d68" providerId="ADAL" clId="{30024126-5384-4DA1-8B4F-6CA6F8B40A7D}" dt="2026-06-03T16:50:05.995" v="190" actId="22"/>
      <pc:docMkLst>
        <pc:docMk/>
      </pc:docMkLst>
      <pc:sldChg chg="addSp delSp modSp mod">
        <pc:chgData name="Shevlin, Blair" userId="84ba045b-a58b-4124-82eb-e2fd3a9b1d68" providerId="ADAL" clId="{30024126-5384-4DA1-8B4F-6CA6F8B40A7D}" dt="2026-06-03T16:22:11.801" v="113" actId="478"/>
        <pc:sldMkLst>
          <pc:docMk/>
          <pc:sldMk cId="2947515437" sldId="257"/>
        </pc:sldMkLst>
        <pc:picChg chg="add mod">
          <ac:chgData name="Shevlin, Blair" userId="84ba045b-a58b-4124-82eb-e2fd3a9b1d68" providerId="ADAL" clId="{30024126-5384-4DA1-8B4F-6CA6F8B40A7D}" dt="2026-06-03T13:31:47.162" v="2" actId="1076"/>
          <ac:picMkLst>
            <pc:docMk/>
            <pc:sldMk cId="2947515437" sldId="257"/>
            <ac:picMk id="3" creationId="{E7403EA9-C0D0-587D-D7F1-00A6CCA22D8D}"/>
          </ac:picMkLst>
        </pc:picChg>
        <pc:picChg chg="add del mod">
          <ac:chgData name="Shevlin, Blair" userId="84ba045b-a58b-4124-82eb-e2fd3a9b1d68" providerId="ADAL" clId="{30024126-5384-4DA1-8B4F-6CA6F8B40A7D}" dt="2026-06-03T16:22:11.801" v="113" actId="478"/>
          <ac:picMkLst>
            <pc:docMk/>
            <pc:sldMk cId="2947515437" sldId="257"/>
            <ac:picMk id="4" creationId="{2426AE97-51EC-3D86-5DEE-79745A7711B9}"/>
          </ac:picMkLst>
        </pc:picChg>
        <pc:picChg chg="del">
          <ac:chgData name="Shevlin, Blair" userId="84ba045b-a58b-4124-82eb-e2fd3a9b1d68" providerId="ADAL" clId="{30024126-5384-4DA1-8B4F-6CA6F8B40A7D}" dt="2026-06-03T13:31:40.602" v="1" actId="478"/>
          <ac:picMkLst>
            <pc:docMk/>
            <pc:sldMk cId="2947515437" sldId="257"/>
            <ac:picMk id="5" creationId="{69422AD6-F27B-5B5B-8473-AC420686B8A7}"/>
          </ac:picMkLst>
        </pc:picChg>
        <pc:picChg chg="del">
          <ac:chgData name="Shevlin, Blair" userId="84ba045b-a58b-4124-82eb-e2fd3a9b1d68" providerId="ADAL" clId="{30024126-5384-4DA1-8B4F-6CA6F8B40A7D}" dt="2026-06-03T16:17:34.624" v="7" actId="478"/>
          <ac:picMkLst>
            <pc:docMk/>
            <pc:sldMk cId="2947515437" sldId="257"/>
            <ac:picMk id="10" creationId="{72A6AD27-D11F-8AF4-5811-BC8CDAFA5420}"/>
          </ac:picMkLst>
        </pc:picChg>
      </pc:sldChg>
      <pc:sldChg chg="addSp delSp modSp mod">
        <pc:chgData name="Shevlin, Blair" userId="84ba045b-a58b-4124-82eb-e2fd3a9b1d68" providerId="ADAL" clId="{30024126-5384-4DA1-8B4F-6CA6F8B40A7D}" dt="2026-06-03T16:50:05.995" v="190" actId="22"/>
        <pc:sldMkLst>
          <pc:docMk/>
          <pc:sldMk cId="3203209101" sldId="258"/>
        </pc:sldMkLst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3" creationId="{73E6BF4E-30B3-2537-B5A1-C2D73F490253}"/>
          </ac:spMkLst>
        </pc:spChg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4" creationId="{81936BA9-FD79-4ADD-C0EF-8E216B034F69}"/>
          </ac:spMkLst>
        </pc:spChg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6" creationId="{E8AF8BF9-7232-5697-1E53-D761E3FF3B7D}"/>
          </ac:spMkLst>
        </pc:spChg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20" creationId="{07C82C3B-CD0A-4A41-1F88-DD48D85D5B03}"/>
          </ac:spMkLst>
        </pc:spChg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32" creationId="{8DD6E756-0CC3-77D2-363B-7A6CD265044F}"/>
          </ac:spMkLst>
        </pc:spChg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33" creationId="{25EC7661-BB91-FC48-6C29-7058B406BDEA}"/>
          </ac:spMkLst>
        </pc:spChg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35" creationId="{C54FB3AD-808D-0E0A-CB51-2E2B7CE88CAC}"/>
          </ac:spMkLst>
        </pc:spChg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37" creationId="{C2E6296A-71E5-4D4D-F610-FD3FD29E1AE6}"/>
          </ac:spMkLst>
        </pc:spChg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38" creationId="{3BB06FA2-B71E-A28C-CDBC-AC5CD1E0E635}"/>
          </ac:spMkLst>
        </pc:spChg>
        <pc:spChg chg="del">
          <ac:chgData name="Shevlin, Blair" userId="84ba045b-a58b-4124-82eb-e2fd3a9b1d68" providerId="ADAL" clId="{30024126-5384-4DA1-8B4F-6CA6F8B40A7D}" dt="2026-06-03T16:50:03.510" v="189" actId="478"/>
          <ac:spMkLst>
            <pc:docMk/>
            <pc:sldMk cId="3203209101" sldId="258"/>
            <ac:spMk id="41" creationId="{AEE1A74B-EB37-6893-FCA1-EA1EA60362B0}"/>
          </ac:spMkLst>
        </pc:spChg>
        <pc:picChg chg="mod">
          <ac:chgData name="Shevlin, Blair" userId="84ba045b-a58b-4124-82eb-e2fd3a9b1d68" providerId="ADAL" clId="{30024126-5384-4DA1-8B4F-6CA6F8B40A7D}" dt="2026-06-03T16:21:07.627" v="111" actId="1076"/>
          <ac:picMkLst>
            <pc:docMk/>
            <pc:sldMk cId="3203209101" sldId="258"/>
            <ac:picMk id="2" creationId="{F367F566-5FCD-9EFA-01F3-3C2BB11609AB}"/>
          </ac:picMkLst>
        </pc:picChg>
        <pc:picChg chg="add">
          <ac:chgData name="Shevlin, Blair" userId="84ba045b-a58b-4124-82eb-e2fd3a9b1d68" providerId="ADAL" clId="{30024126-5384-4DA1-8B4F-6CA6F8B40A7D}" dt="2026-06-03T16:50:05.995" v="190" actId="22"/>
          <ac:picMkLst>
            <pc:docMk/>
            <pc:sldMk cId="3203209101" sldId="258"/>
            <ac:picMk id="7" creationId="{CAFFE8FE-E1DE-8B41-FC25-CADB2D12F480}"/>
          </ac:picMkLst>
        </pc:picChg>
      </pc:sldChg>
      <pc:sldChg chg="addSp delSp modSp mod">
        <pc:chgData name="Shevlin, Blair" userId="84ba045b-a58b-4124-82eb-e2fd3a9b1d68" providerId="ADAL" clId="{30024126-5384-4DA1-8B4F-6CA6F8B40A7D}" dt="2026-06-03T16:30:52.125" v="162" actId="1038"/>
        <pc:sldMkLst>
          <pc:docMk/>
          <pc:sldMk cId="3281441240" sldId="259"/>
        </pc:sldMkLst>
        <pc:spChg chg="mod">
          <ac:chgData name="Shevlin, Blair" userId="84ba045b-a58b-4124-82eb-e2fd3a9b1d68" providerId="ADAL" clId="{30024126-5384-4DA1-8B4F-6CA6F8B40A7D}" dt="2026-06-03T16:19:24.062" v="42" actId="1076"/>
          <ac:spMkLst>
            <pc:docMk/>
            <pc:sldMk cId="3281441240" sldId="259"/>
            <ac:spMk id="31" creationId="{DCC8EF68-820F-8D22-3915-8E36D67CBB13}"/>
          </ac:spMkLst>
        </pc:spChg>
        <pc:spChg chg="mod">
          <ac:chgData name="Shevlin, Blair" userId="84ba045b-a58b-4124-82eb-e2fd3a9b1d68" providerId="ADAL" clId="{30024126-5384-4DA1-8B4F-6CA6F8B40A7D}" dt="2026-06-03T16:19:31.939" v="50" actId="1038"/>
          <ac:spMkLst>
            <pc:docMk/>
            <pc:sldMk cId="3281441240" sldId="259"/>
            <ac:spMk id="33" creationId="{59B915EE-2513-C52E-B3D1-E920ADD53019}"/>
          </ac:spMkLst>
        </pc:spChg>
        <pc:spChg chg="mod">
          <ac:chgData name="Shevlin, Blair" userId="84ba045b-a58b-4124-82eb-e2fd3a9b1d68" providerId="ADAL" clId="{30024126-5384-4DA1-8B4F-6CA6F8B40A7D}" dt="2026-06-03T16:19:44.675" v="86" actId="1038"/>
          <ac:spMkLst>
            <pc:docMk/>
            <pc:sldMk cId="3281441240" sldId="259"/>
            <ac:spMk id="34" creationId="{D7D55550-7ABF-87B0-59E4-AE3179137BF9}"/>
          </ac:spMkLst>
        </pc:spChg>
        <pc:spChg chg="mod">
          <ac:chgData name="Shevlin, Blair" userId="84ba045b-a58b-4124-82eb-e2fd3a9b1d68" providerId="ADAL" clId="{30024126-5384-4DA1-8B4F-6CA6F8B40A7D}" dt="2026-06-03T16:19:54.953" v="90" actId="1038"/>
          <ac:spMkLst>
            <pc:docMk/>
            <pc:sldMk cId="3281441240" sldId="259"/>
            <ac:spMk id="35" creationId="{88F0D72A-F65A-F366-E2EB-77351076231B}"/>
          </ac:spMkLst>
        </pc:spChg>
        <pc:spChg chg="mod">
          <ac:chgData name="Shevlin, Blair" userId="84ba045b-a58b-4124-82eb-e2fd3a9b1d68" providerId="ADAL" clId="{30024126-5384-4DA1-8B4F-6CA6F8B40A7D}" dt="2026-06-03T16:19:06.924" v="32" actId="1038"/>
          <ac:spMkLst>
            <pc:docMk/>
            <pc:sldMk cId="3281441240" sldId="259"/>
            <ac:spMk id="36" creationId="{D70A26AB-A61B-2E05-5BB0-6240E84DD1C3}"/>
          </ac:spMkLst>
        </pc:spChg>
        <pc:spChg chg="mod">
          <ac:chgData name="Shevlin, Blair" userId="84ba045b-a58b-4124-82eb-e2fd3a9b1d68" providerId="ADAL" clId="{30024126-5384-4DA1-8B4F-6CA6F8B40A7D}" dt="2026-06-03T16:30:20.249" v="157" actId="1076"/>
          <ac:spMkLst>
            <pc:docMk/>
            <pc:sldMk cId="3281441240" sldId="259"/>
            <ac:spMk id="41" creationId="{E12DFFD4-9418-B31D-1F90-667619071005}"/>
          </ac:spMkLst>
        </pc:spChg>
        <pc:spChg chg="mod">
          <ac:chgData name="Shevlin, Blair" userId="84ba045b-a58b-4124-82eb-e2fd3a9b1d68" providerId="ADAL" clId="{30024126-5384-4DA1-8B4F-6CA6F8B40A7D}" dt="2026-06-03T16:30:15.639" v="155" actId="1076"/>
          <ac:spMkLst>
            <pc:docMk/>
            <pc:sldMk cId="3281441240" sldId="259"/>
            <ac:spMk id="42" creationId="{DC87A60B-C3D0-AB77-394E-EB56C72D9909}"/>
          </ac:spMkLst>
        </pc:spChg>
        <pc:spChg chg="mod">
          <ac:chgData name="Shevlin, Blair" userId="84ba045b-a58b-4124-82eb-e2fd3a9b1d68" providerId="ADAL" clId="{30024126-5384-4DA1-8B4F-6CA6F8B40A7D}" dt="2026-06-03T16:30:17.829" v="156" actId="1038"/>
          <ac:spMkLst>
            <pc:docMk/>
            <pc:sldMk cId="3281441240" sldId="259"/>
            <ac:spMk id="43" creationId="{E7403A25-E369-EDB1-1DE0-3798D49BBEF1}"/>
          </ac:spMkLst>
        </pc:spChg>
        <pc:spChg chg="mod">
          <ac:chgData name="Shevlin, Blair" userId="84ba045b-a58b-4124-82eb-e2fd3a9b1d68" providerId="ADAL" clId="{30024126-5384-4DA1-8B4F-6CA6F8B40A7D}" dt="2026-06-03T16:30:52.125" v="162" actId="1038"/>
          <ac:spMkLst>
            <pc:docMk/>
            <pc:sldMk cId="3281441240" sldId="259"/>
            <ac:spMk id="44" creationId="{0159184C-D43D-D750-E9F9-35D8B6E20CF2}"/>
          </ac:spMkLst>
        </pc:spChg>
        <pc:spChg chg="mod">
          <ac:chgData name="Shevlin, Blair" userId="84ba045b-a58b-4124-82eb-e2fd3a9b1d68" providerId="ADAL" clId="{30024126-5384-4DA1-8B4F-6CA6F8B40A7D}" dt="2026-06-03T16:23:44.421" v="151" actId="1036"/>
          <ac:spMkLst>
            <pc:docMk/>
            <pc:sldMk cId="3281441240" sldId="259"/>
            <ac:spMk id="51" creationId="{0EC1366E-EB5D-F027-35FF-BCF0C104C3A6}"/>
          </ac:spMkLst>
        </pc:spChg>
        <pc:spChg chg="mod">
          <ac:chgData name="Shevlin, Blair" userId="84ba045b-a58b-4124-82eb-e2fd3a9b1d68" providerId="ADAL" clId="{30024126-5384-4DA1-8B4F-6CA6F8B40A7D}" dt="2026-06-03T16:30:50.062" v="161" actId="1037"/>
          <ac:spMkLst>
            <pc:docMk/>
            <pc:sldMk cId="3281441240" sldId="259"/>
            <ac:spMk id="52" creationId="{B1935F84-5ED1-1404-CEE7-531014DD809A}"/>
          </ac:spMkLst>
        </pc:spChg>
        <pc:spChg chg="mod">
          <ac:chgData name="Shevlin, Blair" userId="84ba045b-a58b-4124-82eb-e2fd3a9b1d68" providerId="ADAL" clId="{30024126-5384-4DA1-8B4F-6CA6F8B40A7D}" dt="2026-06-03T16:19:30.081" v="49" actId="1037"/>
          <ac:spMkLst>
            <pc:docMk/>
            <pc:sldMk cId="3281441240" sldId="259"/>
            <ac:spMk id="53" creationId="{13C63F03-6382-5D78-945E-7E491826841D}"/>
          </ac:spMkLst>
        </pc:spChg>
        <pc:picChg chg="add mod">
          <ac:chgData name="Shevlin, Blair" userId="84ba045b-a58b-4124-82eb-e2fd3a9b1d68" providerId="ADAL" clId="{30024126-5384-4DA1-8B4F-6CA6F8B40A7D}" dt="2026-06-03T13:31:50.687" v="4"/>
          <ac:picMkLst>
            <pc:docMk/>
            <pc:sldMk cId="3281441240" sldId="259"/>
            <ac:picMk id="2" creationId="{F70114E5-389A-8E5A-6AAF-ADE9E179AF67}"/>
          </ac:picMkLst>
        </pc:picChg>
        <pc:picChg chg="add mod ord">
          <ac:chgData name="Shevlin, Blair" userId="84ba045b-a58b-4124-82eb-e2fd3a9b1d68" providerId="ADAL" clId="{30024126-5384-4DA1-8B4F-6CA6F8B40A7D}" dt="2026-06-03T16:18:04.645" v="13" actId="167"/>
          <ac:picMkLst>
            <pc:docMk/>
            <pc:sldMk cId="3281441240" sldId="259"/>
            <ac:picMk id="3" creationId="{57C3EF67-DA37-51B5-037A-E3ECF6B50FFE}"/>
          </ac:picMkLst>
        </pc:picChg>
        <pc:picChg chg="add del">
          <ac:chgData name="Shevlin, Blair" userId="84ba045b-a58b-4124-82eb-e2fd3a9b1d68" providerId="ADAL" clId="{30024126-5384-4DA1-8B4F-6CA6F8B40A7D}" dt="2026-06-03T16:18:24.126" v="16" actId="478"/>
          <ac:picMkLst>
            <pc:docMk/>
            <pc:sldMk cId="3281441240" sldId="259"/>
            <ac:picMk id="5" creationId="{C67E33CD-0B6E-54D9-8F21-9548D97ADF83}"/>
          </ac:picMkLst>
        </pc:picChg>
        <pc:picChg chg="add del mod ord">
          <ac:chgData name="Shevlin, Blair" userId="84ba045b-a58b-4124-82eb-e2fd3a9b1d68" providerId="ADAL" clId="{30024126-5384-4DA1-8B4F-6CA6F8B40A7D}" dt="2026-06-03T16:22:13.828" v="114" actId="478"/>
          <ac:picMkLst>
            <pc:docMk/>
            <pc:sldMk cId="3281441240" sldId="259"/>
            <ac:picMk id="7" creationId="{AA6AAEAA-471A-0284-101E-68C6620C2497}"/>
          </ac:picMkLst>
        </pc:picChg>
        <pc:picChg chg="add del mod">
          <ac:chgData name="Shevlin, Blair" userId="84ba045b-a58b-4124-82eb-e2fd3a9b1d68" providerId="ADAL" clId="{30024126-5384-4DA1-8B4F-6CA6F8B40A7D}" dt="2026-06-03T16:22:34.253" v="120" actId="931"/>
          <ac:picMkLst>
            <pc:docMk/>
            <pc:sldMk cId="3281441240" sldId="259"/>
            <ac:picMk id="9" creationId="{B7090FC9-9F86-307F-E6CE-25485691F54D}"/>
          </ac:picMkLst>
        </pc:picChg>
        <pc:picChg chg="add mod ord">
          <ac:chgData name="Shevlin, Blair" userId="84ba045b-a58b-4124-82eb-e2fd3a9b1d68" providerId="ADAL" clId="{30024126-5384-4DA1-8B4F-6CA6F8B40A7D}" dt="2026-06-03T16:23:38.439" v="138" actId="1035"/>
          <ac:picMkLst>
            <pc:docMk/>
            <pc:sldMk cId="3281441240" sldId="259"/>
            <ac:picMk id="11" creationId="{9E6FE339-BC14-1D99-2393-B60158493A43}"/>
          </ac:picMkLst>
        </pc:picChg>
        <pc:picChg chg="del">
          <ac:chgData name="Shevlin, Blair" userId="84ba045b-a58b-4124-82eb-e2fd3a9b1d68" providerId="ADAL" clId="{30024126-5384-4DA1-8B4F-6CA6F8B40A7D}" dt="2026-06-03T13:31:50.260" v="3" actId="478"/>
          <ac:picMkLst>
            <pc:docMk/>
            <pc:sldMk cId="3281441240" sldId="259"/>
            <ac:picMk id="49" creationId="{E5A99BE1-CC9E-5D1B-E3AC-F5EDFC732593}"/>
          </ac:picMkLst>
        </pc:picChg>
        <pc:picChg chg="add del">
          <ac:chgData name="Shevlin, Blair" userId="84ba045b-a58b-4124-82eb-e2fd3a9b1d68" providerId="ADAL" clId="{30024126-5384-4DA1-8B4F-6CA6F8B40A7D}" dt="2026-06-03T16:18:34.376" v="18" actId="478"/>
          <ac:picMkLst>
            <pc:docMk/>
            <pc:sldMk cId="3281441240" sldId="259"/>
            <ac:picMk id="50" creationId="{D3A1C076-BA72-4086-C40B-6E2A2DBE098E}"/>
          </ac:picMkLst>
        </pc:picChg>
      </pc:sldChg>
      <pc:sldChg chg="addSp delSp modSp mod">
        <pc:chgData name="Shevlin, Blair" userId="84ba045b-a58b-4124-82eb-e2fd3a9b1d68" providerId="ADAL" clId="{30024126-5384-4DA1-8B4F-6CA6F8B40A7D}" dt="2026-06-03T16:33:26.424" v="188" actId="478"/>
        <pc:sldMkLst>
          <pc:docMk/>
          <pc:sldMk cId="593674813" sldId="260"/>
        </pc:sldMkLst>
        <pc:spChg chg="ord">
          <ac:chgData name="Shevlin, Blair" userId="84ba045b-a58b-4124-82eb-e2fd3a9b1d68" providerId="ADAL" clId="{30024126-5384-4DA1-8B4F-6CA6F8B40A7D}" dt="2026-06-03T16:32:34.369" v="179" actId="167"/>
          <ac:spMkLst>
            <pc:docMk/>
            <pc:sldMk cId="593674813" sldId="260"/>
            <ac:spMk id="23" creationId="{0F8ADCFE-9200-FCA0-0BAA-1B0ADBA8DE64}"/>
          </ac:spMkLst>
        </pc:spChg>
        <pc:spChg chg="del">
          <ac:chgData name="Shevlin, Blair" userId="84ba045b-a58b-4124-82eb-e2fd3a9b1d68" providerId="ADAL" clId="{30024126-5384-4DA1-8B4F-6CA6F8B40A7D}" dt="2026-06-03T16:33:19.347" v="185" actId="478"/>
          <ac:spMkLst>
            <pc:docMk/>
            <pc:sldMk cId="593674813" sldId="260"/>
            <ac:spMk id="40" creationId="{7DF7E310-871F-22CC-A88E-AAF1872DDC03}"/>
          </ac:spMkLst>
        </pc:spChg>
        <pc:spChg chg="add del ord">
          <ac:chgData name="Shevlin, Blair" userId="84ba045b-a58b-4124-82eb-e2fd3a9b1d68" providerId="ADAL" clId="{30024126-5384-4DA1-8B4F-6CA6F8B40A7D}" dt="2026-06-03T16:32:02.700" v="173" actId="167"/>
          <ac:spMkLst>
            <pc:docMk/>
            <pc:sldMk cId="593674813" sldId="260"/>
            <ac:spMk id="52" creationId="{70150D60-4F54-151F-75FE-769880A3F36A}"/>
          </ac:spMkLst>
        </pc:spChg>
        <pc:spChg chg="ord">
          <ac:chgData name="Shevlin, Blair" userId="84ba045b-a58b-4124-82eb-e2fd3a9b1d68" providerId="ADAL" clId="{30024126-5384-4DA1-8B4F-6CA6F8B40A7D}" dt="2026-06-03T16:32:59.292" v="182" actId="167"/>
          <ac:spMkLst>
            <pc:docMk/>
            <pc:sldMk cId="593674813" sldId="260"/>
            <ac:spMk id="55" creationId="{54FE9F9D-1305-4E89-A251-D40147C3FFF0}"/>
          </ac:spMkLst>
        </pc:spChg>
        <pc:spChg chg="del">
          <ac:chgData name="Shevlin, Blair" userId="84ba045b-a58b-4124-82eb-e2fd3a9b1d68" providerId="ADAL" clId="{30024126-5384-4DA1-8B4F-6CA6F8B40A7D}" dt="2026-06-03T16:31:37.736" v="168" actId="478"/>
          <ac:spMkLst>
            <pc:docMk/>
            <pc:sldMk cId="593674813" sldId="260"/>
            <ac:spMk id="61" creationId="{A61839B7-DAFE-3861-2915-FF3BBFE882EE}"/>
          </ac:spMkLst>
        </pc:spChg>
        <pc:spChg chg="del">
          <ac:chgData name="Shevlin, Blair" userId="84ba045b-a58b-4124-82eb-e2fd3a9b1d68" providerId="ADAL" clId="{30024126-5384-4DA1-8B4F-6CA6F8B40A7D}" dt="2026-06-03T16:32:35.923" v="180" actId="478"/>
          <ac:spMkLst>
            <pc:docMk/>
            <pc:sldMk cId="593674813" sldId="260"/>
            <ac:spMk id="64" creationId="{20612AAA-99CF-BD36-5718-6E0731D206FD}"/>
          </ac:spMkLst>
        </pc:spChg>
        <pc:spChg chg="del">
          <ac:chgData name="Shevlin, Blair" userId="84ba045b-a58b-4124-82eb-e2fd3a9b1d68" providerId="ADAL" clId="{30024126-5384-4DA1-8B4F-6CA6F8B40A7D}" dt="2026-06-03T16:31:40.234" v="170" actId="478"/>
          <ac:spMkLst>
            <pc:docMk/>
            <pc:sldMk cId="593674813" sldId="260"/>
            <ac:spMk id="65" creationId="{4BAA1A3C-7515-2661-A919-8C2E361DA147}"/>
          </ac:spMkLst>
        </pc:spChg>
        <pc:spChg chg="del">
          <ac:chgData name="Shevlin, Blair" userId="84ba045b-a58b-4124-82eb-e2fd3a9b1d68" providerId="ADAL" clId="{30024126-5384-4DA1-8B4F-6CA6F8B40A7D}" dt="2026-06-03T16:31:39.454" v="169" actId="478"/>
          <ac:spMkLst>
            <pc:docMk/>
            <pc:sldMk cId="593674813" sldId="260"/>
            <ac:spMk id="66" creationId="{338D48C9-DB93-4220-0181-41594BE35CD1}"/>
          </ac:spMkLst>
        </pc:spChg>
        <pc:spChg chg="del">
          <ac:chgData name="Shevlin, Blair" userId="84ba045b-a58b-4124-82eb-e2fd3a9b1d68" providerId="ADAL" clId="{30024126-5384-4DA1-8B4F-6CA6F8B40A7D}" dt="2026-06-03T16:33:20.893" v="186" actId="478"/>
          <ac:spMkLst>
            <pc:docMk/>
            <pc:sldMk cId="593674813" sldId="260"/>
            <ac:spMk id="71" creationId="{474013FA-5654-716D-30BA-FCC43AFA5D3F}"/>
          </ac:spMkLst>
        </pc:spChg>
        <pc:spChg chg="del">
          <ac:chgData name="Shevlin, Blair" userId="84ba045b-a58b-4124-82eb-e2fd3a9b1d68" providerId="ADAL" clId="{30024126-5384-4DA1-8B4F-6CA6F8B40A7D}" dt="2026-06-03T16:33:21.893" v="187" actId="478"/>
          <ac:spMkLst>
            <pc:docMk/>
            <pc:sldMk cId="593674813" sldId="260"/>
            <ac:spMk id="72" creationId="{9D4138A3-4CD4-5847-2AFF-8D2A8400F412}"/>
          </ac:spMkLst>
        </pc:spChg>
        <pc:spChg chg="del">
          <ac:chgData name="Shevlin, Blair" userId="84ba045b-a58b-4124-82eb-e2fd3a9b1d68" providerId="ADAL" clId="{30024126-5384-4DA1-8B4F-6CA6F8B40A7D}" dt="2026-06-03T16:32:05.578" v="174" actId="478"/>
          <ac:spMkLst>
            <pc:docMk/>
            <pc:sldMk cId="593674813" sldId="260"/>
            <ac:spMk id="73" creationId="{4E746768-9244-72F4-3DBD-754C96BF29CD}"/>
          </ac:spMkLst>
        </pc:spChg>
        <pc:spChg chg="del">
          <ac:chgData name="Shevlin, Blair" userId="84ba045b-a58b-4124-82eb-e2fd3a9b1d68" providerId="ADAL" clId="{30024126-5384-4DA1-8B4F-6CA6F8B40A7D}" dt="2026-06-03T16:33:01.735" v="183" actId="478"/>
          <ac:spMkLst>
            <pc:docMk/>
            <pc:sldMk cId="593674813" sldId="260"/>
            <ac:spMk id="74" creationId="{72427C7A-439F-E8D0-991A-1561E18528BE}"/>
          </ac:spMkLst>
        </pc:spChg>
        <pc:spChg chg="del">
          <ac:chgData name="Shevlin, Blair" userId="84ba045b-a58b-4124-82eb-e2fd3a9b1d68" providerId="ADAL" clId="{30024126-5384-4DA1-8B4F-6CA6F8B40A7D}" dt="2026-06-03T16:32:28.407" v="178" actId="478"/>
          <ac:spMkLst>
            <pc:docMk/>
            <pc:sldMk cId="593674813" sldId="260"/>
            <ac:spMk id="77" creationId="{BC5174A2-56C4-FDFA-402F-45C25102B037}"/>
          </ac:spMkLst>
        </pc:spChg>
        <pc:spChg chg="del">
          <ac:chgData name="Shevlin, Blair" userId="84ba045b-a58b-4124-82eb-e2fd3a9b1d68" providerId="ADAL" clId="{30024126-5384-4DA1-8B4F-6CA6F8B40A7D}" dt="2026-06-03T16:33:26.424" v="188" actId="478"/>
          <ac:spMkLst>
            <pc:docMk/>
            <pc:sldMk cId="593674813" sldId="260"/>
            <ac:spMk id="78" creationId="{21165659-955E-9D88-01B4-CA894A15270A}"/>
          </ac:spMkLst>
        </pc:spChg>
        <pc:spChg chg="del">
          <ac:chgData name="Shevlin, Blair" userId="84ba045b-a58b-4124-82eb-e2fd3a9b1d68" providerId="ADAL" clId="{30024126-5384-4DA1-8B4F-6CA6F8B40A7D}" dt="2026-06-03T16:31:34.019" v="167" actId="478"/>
          <ac:spMkLst>
            <pc:docMk/>
            <pc:sldMk cId="593674813" sldId="260"/>
            <ac:spMk id="79" creationId="{37654A0D-9B9E-846C-D653-B4F27A932638}"/>
          </ac:spMkLst>
        </pc:spChg>
        <pc:picChg chg="add mod">
          <ac:chgData name="Shevlin, Blair" userId="84ba045b-a58b-4124-82eb-e2fd3a9b1d68" providerId="ADAL" clId="{30024126-5384-4DA1-8B4F-6CA6F8B40A7D}" dt="2026-06-03T13:31:55.655" v="6"/>
          <ac:picMkLst>
            <pc:docMk/>
            <pc:sldMk cId="593674813" sldId="260"/>
            <ac:picMk id="2" creationId="{F9E96C2E-C448-7163-F555-B762839337B0}"/>
          </ac:picMkLst>
        </pc:picChg>
        <pc:picChg chg="add mod ord">
          <ac:chgData name="Shevlin, Blair" userId="84ba045b-a58b-4124-82eb-e2fd3a9b1d68" providerId="ADAL" clId="{30024126-5384-4DA1-8B4F-6CA6F8B40A7D}" dt="2026-06-03T16:33:05.040" v="184" actId="167"/>
          <ac:picMkLst>
            <pc:docMk/>
            <pc:sldMk cId="593674813" sldId="260"/>
            <ac:picMk id="4" creationId="{7CDF5EDF-110B-65D5-A445-BE679A0F2661}"/>
          </ac:picMkLst>
        </pc:picChg>
        <pc:picChg chg="del">
          <ac:chgData name="Shevlin, Blair" userId="84ba045b-a58b-4124-82eb-e2fd3a9b1d68" providerId="ADAL" clId="{30024126-5384-4DA1-8B4F-6CA6F8B40A7D}" dt="2026-06-03T13:31:55.373" v="5" actId="478"/>
          <ac:picMkLst>
            <pc:docMk/>
            <pc:sldMk cId="593674813" sldId="260"/>
            <ac:picMk id="56" creationId="{1267F596-4A7B-8F7C-C938-2F91832184F5}"/>
          </ac:picMkLst>
        </pc:picChg>
        <pc:picChg chg="del">
          <ac:chgData name="Shevlin, Blair" userId="84ba045b-a58b-4124-82eb-e2fd3a9b1d68" providerId="ADAL" clId="{30024126-5384-4DA1-8B4F-6CA6F8B40A7D}" dt="2026-06-03T16:31:18.672" v="163" actId="478"/>
          <ac:picMkLst>
            <pc:docMk/>
            <pc:sldMk cId="593674813" sldId="260"/>
            <ac:picMk id="58" creationId="{371FC2AC-04FD-A68C-F9EC-A9E2B640F84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C2DB3-9927-4112-BC21-C81DE9AEE813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C02516-BBE8-4529-BAEA-3F1096FFF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43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C02516-BBE8-4529-BAEA-3F1096FFFC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72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FC720-E4FA-806B-11B8-342A13D9B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BEF0C-11F3-08E1-7A7B-E2E0225C78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DA934-A1E2-F587-0613-EFF98EFBF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8692D9-3FFB-0AD9-B769-682773A85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5D8A9-9F85-B579-C6DB-4FE724DD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64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1A5AB-83D9-090B-6A0B-ADA437F1E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CE39E-E9BA-943B-8107-A44D8EA8F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38249-BF92-C4A1-720F-C4E574E06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6E088F-0F3F-525F-F5EE-9DC1AB74D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BF575-EC7C-B835-D058-1FA11D776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1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8186B-97ED-0B52-841C-34AB59406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0A425-15F4-42D1-DEE8-BA464CA55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E440B4-8580-23B5-3E6A-47F0E7CFD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2B5A7-34F1-8A96-23DD-F591D5D7F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9F45C-E961-3003-6F4F-B01BB2031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84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336F2-165D-85E1-2A09-E1C494B3F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59028-A0F9-8AC3-6682-52634FB81C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3A37E5-862C-8D85-E417-39FFD4607D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8FDAF-5887-FDD4-12EE-6B25E0EC8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1347C2-A736-4E68-86D8-EDD968E3F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7C06E-02C7-2CE5-ED32-86AC15E48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862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6AF0-1964-85F7-BAB5-EE5EF7085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5C4BAC-D1C1-C951-C37F-57D8A77DE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CDE158-66B0-8636-78EA-7B98CAA7D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FFE548-E05F-9CD9-3378-650AF5AE7A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1C4408-1818-49D3-957A-A4864F4A7A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4963B4-9D08-71F5-1454-32F96507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186710-4BC8-D6C0-95B5-2F22DF223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7FB51B-6F95-8061-77B5-F0435DDF6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201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0E9F7-FB4C-C91D-1490-E051795E9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5F9C70-71EA-4EA7-7584-C14ADC0E2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CA61BD-7F99-D8BD-92F7-91D160002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6B857D-68E8-3F8B-D701-0AA7602C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333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3A4E78-B4A3-65EC-BBF0-6D62571D4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F57574-E768-74CE-2A3D-08AA1BF7B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3059A-72D8-498A-444B-FE2CA1AAE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907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9E959-62BA-411C-D100-F3B0132C4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87110-05C9-54B3-FA45-1F66FBC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C461C5-8CB9-224C-010C-C4DE795D98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FA48E8-480B-039B-63E2-DA15DE2CB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5434B4-171C-4FA4-53FC-0FE2F4E95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539F06-5023-6A63-2737-905463798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060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DA7AD-4344-678C-FC5C-793AFCCCC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3FD0D7-9DB3-7FF4-210D-2FDD9E9319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1EF0A-EE3F-D65A-E0D2-F49BBE4DA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57804-B49C-A6D1-060E-183F51171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F4F92-20DB-31FB-EB28-5183B70CC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61D57-3122-E14E-ABB9-31DF44C23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746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6F8D2-B62C-6566-2279-0526C0E7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1826B-4F7C-6820-094F-B53907AF4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095692-3007-C685-0187-44A6C41F9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D1F20-4567-8E86-EC0F-233E11585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8F98C-1A27-CE33-4549-583952C79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883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E28398-8BF7-5906-5DAF-2D70EF7459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60173-E457-6AF7-2A07-982E491A0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2B4EBC-F293-318F-7014-35A118665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F5DE3-823E-52E4-98A6-2B5D97DEC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7D7186-1703-390D-EB43-941FAEF7A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379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A93217-5BE5-2A34-5862-AAA737D2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12CD84-1163-A6CD-1DDB-E4C72001FF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CC630-4B12-4FC2-0BBB-E74E7E900D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D78F70-D3ED-47EB-9390-309AABC3208D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48918-62D6-CB52-B057-FBB186E82D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41044-CEE0-B6C7-1AD0-5BD0509E89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3C93BE-E2C0-4E2B-9D2D-18A5C1B5E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207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403EA9-C0D0-587D-D7F1-00A6CCA22D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51200"/>
            <a:ext cx="12192000" cy="3251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26AE97-51EC-3D86-5DEE-79745A7711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3986"/>
            <a:ext cx="121920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515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53DE6-E111-4931-BECE-1972ED3E0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E6FE339-BC14-1D99-2393-B60158493A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32512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D9B6430-E053-6A80-4875-F58C63BD19AB}"/>
              </a:ext>
            </a:extLst>
          </p:cNvPr>
          <p:cNvSpPr/>
          <p:nvPr/>
        </p:nvSpPr>
        <p:spPr>
          <a:xfrm>
            <a:off x="1399540" y="472438"/>
            <a:ext cx="236220" cy="101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BD5DBC3-3C6E-10A4-596D-D04D7D6C493D}"/>
              </a:ext>
            </a:extLst>
          </p:cNvPr>
          <p:cNvSpPr/>
          <p:nvPr/>
        </p:nvSpPr>
        <p:spPr>
          <a:xfrm>
            <a:off x="1361588" y="568651"/>
            <a:ext cx="236220" cy="488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8EF68-820F-8D22-3915-8E36D67CBB13}"/>
              </a:ext>
            </a:extLst>
          </p:cNvPr>
          <p:cNvSpPr/>
          <p:nvPr/>
        </p:nvSpPr>
        <p:spPr>
          <a:xfrm>
            <a:off x="1243478" y="663899"/>
            <a:ext cx="236220" cy="488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10E831F-8B1E-E4F0-4B4F-7AF8658E28A9}"/>
              </a:ext>
            </a:extLst>
          </p:cNvPr>
          <p:cNvSpPr/>
          <p:nvPr/>
        </p:nvSpPr>
        <p:spPr>
          <a:xfrm>
            <a:off x="1345245" y="937896"/>
            <a:ext cx="236220" cy="488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B915EE-2513-C52E-B3D1-E920ADD53019}"/>
              </a:ext>
            </a:extLst>
          </p:cNvPr>
          <p:cNvSpPr/>
          <p:nvPr/>
        </p:nvSpPr>
        <p:spPr>
          <a:xfrm>
            <a:off x="904245" y="776115"/>
            <a:ext cx="236220" cy="488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7D55550-7ABF-87B0-59E4-AE3179137BF9}"/>
              </a:ext>
            </a:extLst>
          </p:cNvPr>
          <p:cNvSpPr/>
          <p:nvPr/>
        </p:nvSpPr>
        <p:spPr>
          <a:xfrm>
            <a:off x="3345827" y="778191"/>
            <a:ext cx="236220" cy="904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8F0D72A-F65A-F366-E2EB-77351076231B}"/>
              </a:ext>
            </a:extLst>
          </p:cNvPr>
          <p:cNvSpPr/>
          <p:nvPr/>
        </p:nvSpPr>
        <p:spPr>
          <a:xfrm>
            <a:off x="3632028" y="787389"/>
            <a:ext cx="188753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A26AB-A61B-2E05-5BB0-6240E84DD1C3}"/>
              </a:ext>
            </a:extLst>
          </p:cNvPr>
          <p:cNvSpPr/>
          <p:nvPr/>
        </p:nvSpPr>
        <p:spPr>
          <a:xfrm>
            <a:off x="3631875" y="669273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C751887-A135-453C-8D5C-1AFB009D4577}"/>
              </a:ext>
            </a:extLst>
          </p:cNvPr>
          <p:cNvSpPr/>
          <p:nvPr/>
        </p:nvSpPr>
        <p:spPr>
          <a:xfrm>
            <a:off x="3780378" y="564524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8F39D18-D18E-5FE9-4F9E-64D7775AF944}"/>
              </a:ext>
            </a:extLst>
          </p:cNvPr>
          <p:cNvSpPr/>
          <p:nvPr/>
        </p:nvSpPr>
        <p:spPr>
          <a:xfrm>
            <a:off x="6216325" y="528327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5010C1B-E351-3896-2272-D930DF91E7A3}"/>
              </a:ext>
            </a:extLst>
          </p:cNvPr>
          <p:cNvSpPr/>
          <p:nvPr/>
        </p:nvSpPr>
        <p:spPr>
          <a:xfrm>
            <a:off x="6216325" y="490847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1689A34-68FA-F347-9546-D127F8914B65}"/>
              </a:ext>
            </a:extLst>
          </p:cNvPr>
          <p:cNvSpPr/>
          <p:nvPr/>
        </p:nvSpPr>
        <p:spPr>
          <a:xfrm>
            <a:off x="8760309" y="532442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12DFFD4-9418-B31D-1F90-667619071005}"/>
              </a:ext>
            </a:extLst>
          </p:cNvPr>
          <p:cNvSpPr/>
          <p:nvPr/>
        </p:nvSpPr>
        <p:spPr>
          <a:xfrm>
            <a:off x="8579795" y="673069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C87A60B-C3D0-AB77-394E-EB56C72D9909}"/>
              </a:ext>
            </a:extLst>
          </p:cNvPr>
          <p:cNvSpPr/>
          <p:nvPr/>
        </p:nvSpPr>
        <p:spPr>
          <a:xfrm>
            <a:off x="8501867" y="786108"/>
            <a:ext cx="236220" cy="831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7403A25-E369-EDB1-1DE0-3798D49BBEF1}"/>
              </a:ext>
            </a:extLst>
          </p:cNvPr>
          <p:cNvSpPr/>
          <p:nvPr/>
        </p:nvSpPr>
        <p:spPr>
          <a:xfrm>
            <a:off x="8216447" y="786108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159184C-D43D-D750-E9F9-35D8B6E20CF2}"/>
              </a:ext>
            </a:extLst>
          </p:cNvPr>
          <p:cNvSpPr/>
          <p:nvPr/>
        </p:nvSpPr>
        <p:spPr>
          <a:xfrm>
            <a:off x="10613556" y="784516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0EA8DAD-C6C4-6D81-CBCC-49F7E0B31CDD}"/>
              </a:ext>
            </a:extLst>
          </p:cNvPr>
          <p:cNvSpPr/>
          <p:nvPr/>
        </p:nvSpPr>
        <p:spPr>
          <a:xfrm>
            <a:off x="10934549" y="662603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E1D0028-7CD2-434A-9521-3D4582438032}"/>
              </a:ext>
            </a:extLst>
          </p:cNvPr>
          <p:cNvSpPr/>
          <p:nvPr/>
        </p:nvSpPr>
        <p:spPr>
          <a:xfrm>
            <a:off x="11088219" y="564525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EC1366E-EB5D-F027-35FF-BCF0C104C3A6}"/>
              </a:ext>
            </a:extLst>
          </p:cNvPr>
          <p:cNvSpPr/>
          <p:nvPr/>
        </p:nvSpPr>
        <p:spPr>
          <a:xfrm>
            <a:off x="6105835" y="664512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1935F84-5ED1-1404-CEE7-531014DD809A}"/>
              </a:ext>
            </a:extLst>
          </p:cNvPr>
          <p:cNvSpPr/>
          <p:nvPr/>
        </p:nvSpPr>
        <p:spPr>
          <a:xfrm>
            <a:off x="10897706" y="784516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3C63F03-6382-5D78-945E-7E491826841D}"/>
              </a:ext>
            </a:extLst>
          </p:cNvPr>
          <p:cNvSpPr/>
          <p:nvPr/>
        </p:nvSpPr>
        <p:spPr>
          <a:xfrm>
            <a:off x="1192833" y="776581"/>
            <a:ext cx="236220" cy="488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0114E5-389A-8E5A-6AAF-ADE9E179A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51200"/>
            <a:ext cx="121920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441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2D3D6-4383-9723-F8AA-381F9190A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DF5EDF-110B-65D5-A445-BE679A0F2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5" y="2032"/>
            <a:ext cx="12192000" cy="3249168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4FE9F9D-1305-4E89-A251-D40147C3FFF0}"/>
              </a:ext>
            </a:extLst>
          </p:cNvPr>
          <p:cNvSpPr txBox="1"/>
          <p:nvPr/>
        </p:nvSpPr>
        <p:spPr>
          <a:xfrm>
            <a:off x="10575751" y="699080"/>
            <a:ext cx="350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8ADCFE-9200-FCA0-0BAA-1B0ADBA8DE64}"/>
              </a:ext>
            </a:extLst>
          </p:cNvPr>
          <p:cNvSpPr txBox="1"/>
          <p:nvPr/>
        </p:nvSpPr>
        <p:spPr>
          <a:xfrm>
            <a:off x="3258674" y="706754"/>
            <a:ext cx="350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150D60-4F54-151F-75FE-769880A3F36A}"/>
              </a:ext>
            </a:extLst>
          </p:cNvPr>
          <p:cNvSpPr txBox="1"/>
          <p:nvPr/>
        </p:nvSpPr>
        <p:spPr>
          <a:xfrm>
            <a:off x="8197124" y="699080"/>
            <a:ext cx="350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192950D-FF54-7E5B-D0AE-F0CF8E0577DF}"/>
              </a:ext>
            </a:extLst>
          </p:cNvPr>
          <p:cNvSpPr/>
          <p:nvPr/>
        </p:nvSpPr>
        <p:spPr>
          <a:xfrm>
            <a:off x="1399540" y="472438"/>
            <a:ext cx="236220" cy="101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F21DC60-6132-8179-6394-4DBE106F123A}"/>
              </a:ext>
            </a:extLst>
          </p:cNvPr>
          <p:cNvSpPr/>
          <p:nvPr/>
        </p:nvSpPr>
        <p:spPr>
          <a:xfrm>
            <a:off x="1361588" y="568651"/>
            <a:ext cx="236220" cy="488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3E276D7-2E44-D3F1-E358-1E0AE7FEF2BA}"/>
              </a:ext>
            </a:extLst>
          </p:cNvPr>
          <p:cNvSpPr/>
          <p:nvPr/>
        </p:nvSpPr>
        <p:spPr>
          <a:xfrm>
            <a:off x="1345245" y="937896"/>
            <a:ext cx="236220" cy="488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A292209-6B4B-4740-DC54-0C226591549B}"/>
              </a:ext>
            </a:extLst>
          </p:cNvPr>
          <p:cNvSpPr/>
          <p:nvPr/>
        </p:nvSpPr>
        <p:spPr>
          <a:xfrm>
            <a:off x="895355" y="776115"/>
            <a:ext cx="236220" cy="488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7152089-E7DB-A6F4-5DCB-FD71F483480C}"/>
              </a:ext>
            </a:extLst>
          </p:cNvPr>
          <p:cNvSpPr/>
          <p:nvPr/>
        </p:nvSpPr>
        <p:spPr>
          <a:xfrm>
            <a:off x="3780378" y="564524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4255076-CF74-6401-0CF4-5E8643BE3E5F}"/>
              </a:ext>
            </a:extLst>
          </p:cNvPr>
          <p:cNvSpPr/>
          <p:nvPr/>
        </p:nvSpPr>
        <p:spPr>
          <a:xfrm>
            <a:off x="6216325" y="528327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85D7161-A49F-BC03-D7FD-5242B6298DE3}"/>
              </a:ext>
            </a:extLst>
          </p:cNvPr>
          <p:cNvSpPr/>
          <p:nvPr/>
        </p:nvSpPr>
        <p:spPr>
          <a:xfrm>
            <a:off x="6216325" y="490847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DA6E816-8AB4-87CD-6EDF-A4F9A4F42D0C}"/>
              </a:ext>
            </a:extLst>
          </p:cNvPr>
          <p:cNvSpPr/>
          <p:nvPr/>
        </p:nvSpPr>
        <p:spPr>
          <a:xfrm>
            <a:off x="8760309" y="532442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1089D7F-51F7-DA88-83DC-3140A2D1E242}"/>
              </a:ext>
            </a:extLst>
          </p:cNvPr>
          <p:cNvSpPr/>
          <p:nvPr/>
        </p:nvSpPr>
        <p:spPr>
          <a:xfrm>
            <a:off x="10934549" y="662603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6BE2682-94A1-D7F8-ABFE-31DFB64C4AB4}"/>
              </a:ext>
            </a:extLst>
          </p:cNvPr>
          <p:cNvSpPr/>
          <p:nvPr/>
        </p:nvSpPr>
        <p:spPr>
          <a:xfrm>
            <a:off x="11088219" y="564525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F699FE-A98E-C61B-B02D-D7179D623E81}"/>
              </a:ext>
            </a:extLst>
          </p:cNvPr>
          <p:cNvSpPr/>
          <p:nvPr/>
        </p:nvSpPr>
        <p:spPr>
          <a:xfrm>
            <a:off x="1399540" y="472438"/>
            <a:ext cx="236220" cy="101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A8DAC18-468A-1381-C1CA-6BCFFB126FEB}"/>
              </a:ext>
            </a:extLst>
          </p:cNvPr>
          <p:cNvSpPr/>
          <p:nvPr/>
        </p:nvSpPr>
        <p:spPr>
          <a:xfrm>
            <a:off x="1345245" y="937896"/>
            <a:ext cx="236220" cy="488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35B2D46-0688-2B32-0E8F-A683233F3160}"/>
              </a:ext>
            </a:extLst>
          </p:cNvPr>
          <p:cNvSpPr/>
          <p:nvPr/>
        </p:nvSpPr>
        <p:spPr>
          <a:xfrm>
            <a:off x="3770305" y="522930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C1575CF-77B6-8E6B-5687-41DC7F9C8FA6}"/>
              </a:ext>
            </a:extLst>
          </p:cNvPr>
          <p:cNvSpPr/>
          <p:nvPr/>
        </p:nvSpPr>
        <p:spPr>
          <a:xfrm>
            <a:off x="6216325" y="490847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2BF28D-0F8C-32B4-B4A7-A8C77F0658D3}"/>
              </a:ext>
            </a:extLst>
          </p:cNvPr>
          <p:cNvSpPr/>
          <p:nvPr/>
        </p:nvSpPr>
        <p:spPr>
          <a:xfrm>
            <a:off x="11071062" y="490847"/>
            <a:ext cx="236220" cy="83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043A72-F85D-5049-D6DB-E38DFADDE366}"/>
              </a:ext>
            </a:extLst>
          </p:cNvPr>
          <p:cNvSpPr txBox="1"/>
          <p:nvPr/>
        </p:nvSpPr>
        <p:spPr>
          <a:xfrm>
            <a:off x="816642" y="472438"/>
            <a:ext cx="350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AFBB3C-EAD1-E796-1763-59A3C5675D59}"/>
              </a:ext>
            </a:extLst>
          </p:cNvPr>
          <p:cNvSpPr txBox="1"/>
          <p:nvPr/>
        </p:nvSpPr>
        <p:spPr>
          <a:xfrm>
            <a:off x="816642" y="582166"/>
            <a:ext cx="350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5BD7AA-C0BD-1D08-BF5F-FCFB202FCA42}"/>
              </a:ext>
            </a:extLst>
          </p:cNvPr>
          <p:cNvSpPr txBox="1"/>
          <p:nvPr/>
        </p:nvSpPr>
        <p:spPr>
          <a:xfrm>
            <a:off x="819218" y="701038"/>
            <a:ext cx="350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8EBED4-E2B9-EF7D-AD50-5E195C4F4742}"/>
              </a:ext>
            </a:extLst>
          </p:cNvPr>
          <p:cNvSpPr txBox="1"/>
          <p:nvPr/>
        </p:nvSpPr>
        <p:spPr>
          <a:xfrm>
            <a:off x="3256098" y="478154"/>
            <a:ext cx="350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7BCB8F-BAF4-5812-0A70-C89C92EF441F}"/>
              </a:ext>
            </a:extLst>
          </p:cNvPr>
          <p:cNvSpPr txBox="1"/>
          <p:nvPr/>
        </p:nvSpPr>
        <p:spPr>
          <a:xfrm>
            <a:off x="3256098" y="587882"/>
            <a:ext cx="350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71E376-2E84-2F26-451F-3F73F2A690BE}"/>
              </a:ext>
            </a:extLst>
          </p:cNvPr>
          <p:cNvSpPr txBox="1"/>
          <p:nvPr/>
        </p:nvSpPr>
        <p:spPr>
          <a:xfrm>
            <a:off x="5678279" y="472438"/>
            <a:ext cx="350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DF2C38-9AD8-F0AB-5B49-1B9514ABCC21}"/>
              </a:ext>
            </a:extLst>
          </p:cNvPr>
          <p:cNvSpPr txBox="1"/>
          <p:nvPr/>
        </p:nvSpPr>
        <p:spPr>
          <a:xfrm>
            <a:off x="5678279" y="582166"/>
            <a:ext cx="350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DF932E-70C4-3D79-679D-40A2237D5721}"/>
              </a:ext>
            </a:extLst>
          </p:cNvPr>
          <p:cNvSpPr txBox="1"/>
          <p:nvPr/>
        </p:nvSpPr>
        <p:spPr>
          <a:xfrm>
            <a:off x="5680855" y="701038"/>
            <a:ext cx="350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DCCB51-3740-FFD4-E8A8-933224F7F6C4}"/>
              </a:ext>
            </a:extLst>
          </p:cNvPr>
          <p:cNvSpPr txBox="1"/>
          <p:nvPr/>
        </p:nvSpPr>
        <p:spPr>
          <a:xfrm>
            <a:off x="8194548" y="477556"/>
            <a:ext cx="350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DEA022-1C91-88D6-CE8C-0F152E6D1445}"/>
              </a:ext>
            </a:extLst>
          </p:cNvPr>
          <p:cNvSpPr txBox="1"/>
          <p:nvPr/>
        </p:nvSpPr>
        <p:spPr>
          <a:xfrm>
            <a:off x="8194548" y="588988"/>
            <a:ext cx="350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5E487D1-B80D-9291-E026-D0D7B24D5B19}"/>
              </a:ext>
            </a:extLst>
          </p:cNvPr>
          <p:cNvSpPr txBox="1"/>
          <p:nvPr/>
        </p:nvSpPr>
        <p:spPr>
          <a:xfrm>
            <a:off x="10575751" y="477556"/>
            <a:ext cx="350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DE6D1FF-AFFF-54BA-B128-69D49F4FC8C8}"/>
              </a:ext>
            </a:extLst>
          </p:cNvPr>
          <p:cNvSpPr txBox="1"/>
          <p:nvPr/>
        </p:nvSpPr>
        <p:spPr>
          <a:xfrm>
            <a:off x="10575751" y="588988"/>
            <a:ext cx="3502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9E96C2E-C448-7163-F555-B762839337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51200"/>
            <a:ext cx="121920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674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52A6C-6A2E-3DFA-29AC-28FDB6328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AFFE8FE-E1DE-8B41-FC25-CADB2D12F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0033"/>
            <a:ext cx="12192000" cy="6497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209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</TotalTime>
  <Words>16</Words>
  <Application>Microsoft Office PowerPoint</Application>
  <PresentationFormat>Widescreen</PresentationFormat>
  <Paragraphs>16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Shevlin, Blair</dc:creator>
  <cp:lastModifiedBy>Shevlin, Blair</cp:lastModifiedBy>
  <cp:revision>6</cp:revision>
  <dcterms:created xsi:type="dcterms:W3CDTF">2024-12-16T14:56:29Z</dcterms:created>
  <dcterms:modified xsi:type="dcterms:W3CDTF">2026-06-03T16:50:12Z</dcterms:modified>
</cp:coreProperties>
</file>