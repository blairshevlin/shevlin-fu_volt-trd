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50" d="100"/>
          <a:sy n="150" d="100"/>
        </p:scale>
        <p:origin x="-4058" y="-17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C720-E4FA-806B-11B8-342A13D9B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BEF0C-11F3-08E1-7A7B-E2E0225C7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DA934-A1E2-F587-0613-EFF98EFBF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78F70-D3ED-47EB-9390-309AABC3208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692D9-3FFB-0AD9-B769-682773A85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5D8A9-9F85-B579-C6DB-4FE724DD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93BE-E2C0-4E2B-9D2D-18A5C1B5E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4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1A5AB-83D9-090B-6A0B-ADA437F1E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CE39E-E9BA-943B-8107-A44D8EA8F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38249-BF92-C4A1-720F-C4E574E0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78F70-D3ED-47EB-9390-309AABC3208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E088F-0F3F-525F-F5EE-9DC1AB74D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BF575-EC7C-B835-D058-1FA11D77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93BE-E2C0-4E2B-9D2D-18A5C1B5E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8186B-97ED-0B52-841C-34AB59406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0A425-15F4-42D1-DEE8-BA464CA55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440B4-8580-23B5-3E6A-47F0E7CFD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78F70-D3ED-47EB-9390-309AABC3208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2B5A7-34F1-8A96-23DD-F591D5D7F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9F45C-E961-3003-6F4F-B01BB2031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93BE-E2C0-4E2B-9D2D-18A5C1B5E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4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336F2-165D-85E1-2A09-E1C494B3F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59028-A0F9-8AC3-6682-52634FB81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A37E5-862C-8D85-E417-39FFD4607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8FDAF-5887-FDD4-12EE-6B25E0EC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78F70-D3ED-47EB-9390-309AABC3208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347C2-A736-4E68-86D8-EDD968E3F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7C06E-02C7-2CE5-ED32-86AC15E4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93BE-E2C0-4E2B-9D2D-18A5C1B5E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62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6AF0-1964-85F7-BAB5-EE5EF7085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C4BAC-D1C1-C951-C37F-57D8A77DE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DE158-66B0-8636-78EA-7B98CAA7D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FFE548-E05F-9CD9-3378-650AF5AE7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C4408-1818-49D3-957A-A4864F4A7A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4963B4-9D08-71F5-1454-32F96507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78F70-D3ED-47EB-9390-309AABC3208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186710-4BC8-D6C0-95B5-2F22DF223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7FB51B-6F95-8061-77B5-F0435DDF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93BE-E2C0-4E2B-9D2D-18A5C1B5E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20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0E9F7-FB4C-C91D-1490-E051795E9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F9C70-71EA-4EA7-7584-C14ADC0E2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78F70-D3ED-47EB-9390-309AABC3208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CA61BD-7F99-D8BD-92F7-91D160002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B857D-68E8-3F8B-D701-0AA7602C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93BE-E2C0-4E2B-9D2D-18A5C1B5E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333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3A4E78-B4A3-65EC-BBF0-6D62571D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78F70-D3ED-47EB-9390-309AABC3208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F57574-E768-74CE-2A3D-08AA1BF7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3059A-72D8-498A-444B-FE2CA1AA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93BE-E2C0-4E2B-9D2D-18A5C1B5E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0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9E959-62BA-411C-D100-F3B0132C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87110-05C9-54B3-FA45-1F66FBCDB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461C5-8CB9-224C-010C-C4DE795D9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A48E8-480B-039B-63E2-DA15DE2CB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78F70-D3ED-47EB-9390-309AABC3208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434B4-171C-4FA4-53FC-0FE2F4E95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39F06-5023-6A63-2737-905463798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93BE-E2C0-4E2B-9D2D-18A5C1B5E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60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A7AD-4344-678C-FC5C-793AFCCC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3FD0D7-9DB3-7FF4-210D-2FDD9E931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1EF0A-EE3F-D65A-E0D2-F49BBE4DA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57804-B49C-A6D1-060E-183F51171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78F70-D3ED-47EB-9390-309AABC3208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F4F92-20DB-31FB-EB28-5183B70CC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61D57-3122-E14E-ABB9-31DF44C2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93BE-E2C0-4E2B-9D2D-18A5C1B5E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46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6F8D2-B62C-6566-2279-0526C0E7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1826B-4F7C-6820-094F-B53907AF4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95692-3007-C685-0187-44A6C41F9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78F70-D3ED-47EB-9390-309AABC3208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D1F20-4567-8E86-EC0F-233E11585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8F98C-1A27-CE33-4549-583952C7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93BE-E2C0-4E2B-9D2D-18A5C1B5E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8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E28398-8BF7-5906-5DAF-2D70EF745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60173-E457-6AF7-2A07-982E491A0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B4EBC-F293-318F-7014-35A11866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78F70-D3ED-47EB-9390-309AABC3208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F5DE3-823E-52E4-98A6-2B5D97DEC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7186-1703-390D-EB43-941FAEF7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93BE-E2C0-4E2B-9D2D-18A5C1B5E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79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A93217-5BE5-2A34-5862-AAA737D2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2CD84-1163-A6CD-1DDB-E4C72001F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CC630-4B12-4FC2-0BBB-E74E7E900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D78F70-D3ED-47EB-9390-309AABC3208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48918-62D6-CB52-B057-FBB186E82D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41044-CEE0-B6C7-1AD0-5BD0509E8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3C93BE-E2C0-4E2B-9D2D-18A5C1B5E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0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422AD6-F27B-5B5B-8473-AC420686B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1200"/>
            <a:ext cx="12192000" cy="3251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A6AD27-D11F-8AF4-5811-BC8CDAFA5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515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53DE6-E111-4931-BECE-1972ED3E0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D3A1C076-BA72-4086-C40B-6E2A2DBE0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" y="0"/>
            <a:ext cx="12192000" cy="32512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D9B6430-E053-6A80-4875-F58C63BD19AB}"/>
              </a:ext>
            </a:extLst>
          </p:cNvPr>
          <p:cNvSpPr/>
          <p:nvPr/>
        </p:nvSpPr>
        <p:spPr>
          <a:xfrm>
            <a:off x="1399540" y="472438"/>
            <a:ext cx="23622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D5DBC3-3C6E-10A4-596D-D04D7D6C493D}"/>
              </a:ext>
            </a:extLst>
          </p:cNvPr>
          <p:cNvSpPr/>
          <p:nvPr/>
        </p:nvSpPr>
        <p:spPr>
          <a:xfrm>
            <a:off x="1361588" y="568651"/>
            <a:ext cx="236220" cy="488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C8EF68-820F-8D22-3915-8E36D67CBB13}"/>
              </a:ext>
            </a:extLst>
          </p:cNvPr>
          <p:cNvSpPr/>
          <p:nvPr/>
        </p:nvSpPr>
        <p:spPr>
          <a:xfrm>
            <a:off x="1187125" y="663899"/>
            <a:ext cx="236220" cy="48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0E831F-8B1E-E4F0-4B4F-7AF8658E28A9}"/>
              </a:ext>
            </a:extLst>
          </p:cNvPr>
          <p:cNvSpPr/>
          <p:nvPr/>
        </p:nvSpPr>
        <p:spPr>
          <a:xfrm>
            <a:off x="1345245" y="937896"/>
            <a:ext cx="236220" cy="488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B915EE-2513-C52E-B3D1-E920ADD53019}"/>
              </a:ext>
            </a:extLst>
          </p:cNvPr>
          <p:cNvSpPr/>
          <p:nvPr/>
        </p:nvSpPr>
        <p:spPr>
          <a:xfrm>
            <a:off x="895355" y="776115"/>
            <a:ext cx="236220" cy="48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7D55550-7ABF-87B0-59E4-AE3179137BF9}"/>
              </a:ext>
            </a:extLst>
          </p:cNvPr>
          <p:cNvSpPr/>
          <p:nvPr/>
        </p:nvSpPr>
        <p:spPr>
          <a:xfrm>
            <a:off x="3309625" y="773426"/>
            <a:ext cx="236220" cy="90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F0D72A-F65A-F366-E2EB-77351076231B}"/>
              </a:ext>
            </a:extLst>
          </p:cNvPr>
          <p:cNvSpPr/>
          <p:nvPr/>
        </p:nvSpPr>
        <p:spPr>
          <a:xfrm>
            <a:off x="3595045" y="787389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0A26AB-A61B-2E05-5BB0-6240E84DD1C3}"/>
              </a:ext>
            </a:extLst>
          </p:cNvPr>
          <p:cNvSpPr/>
          <p:nvPr/>
        </p:nvSpPr>
        <p:spPr>
          <a:xfrm>
            <a:off x="3614095" y="669273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751887-A135-453C-8D5C-1AFB009D4577}"/>
              </a:ext>
            </a:extLst>
          </p:cNvPr>
          <p:cNvSpPr/>
          <p:nvPr/>
        </p:nvSpPr>
        <p:spPr>
          <a:xfrm>
            <a:off x="3780378" y="564524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8F39D18-D18E-5FE9-4F9E-64D7775AF944}"/>
              </a:ext>
            </a:extLst>
          </p:cNvPr>
          <p:cNvSpPr/>
          <p:nvPr/>
        </p:nvSpPr>
        <p:spPr>
          <a:xfrm>
            <a:off x="6216325" y="528327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010C1B-E351-3896-2272-D930DF91E7A3}"/>
              </a:ext>
            </a:extLst>
          </p:cNvPr>
          <p:cNvSpPr/>
          <p:nvPr/>
        </p:nvSpPr>
        <p:spPr>
          <a:xfrm>
            <a:off x="6216325" y="490847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1689A34-68FA-F347-9546-D127F8914B65}"/>
              </a:ext>
            </a:extLst>
          </p:cNvPr>
          <p:cNvSpPr/>
          <p:nvPr/>
        </p:nvSpPr>
        <p:spPr>
          <a:xfrm>
            <a:off x="8760309" y="532442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12DFFD4-9418-B31D-1F90-667619071005}"/>
              </a:ext>
            </a:extLst>
          </p:cNvPr>
          <p:cNvSpPr/>
          <p:nvPr/>
        </p:nvSpPr>
        <p:spPr>
          <a:xfrm>
            <a:off x="8597575" y="672147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87A60B-C3D0-AB77-394E-EB56C72D9909}"/>
              </a:ext>
            </a:extLst>
          </p:cNvPr>
          <p:cNvSpPr/>
          <p:nvPr/>
        </p:nvSpPr>
        <p:spPr>
          <a:xfrm>
            <a:off x="8549489" y="780712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403A25-E369-EDB1-1DE0-3798D49BBEF1}"/>
              </a:ext>
            </a:extLst>
          </p:cNvPr>
          <p:cNvSpPr/>
          <p:nvPr/>
        </p:nvSpPr>
        <p:spPr>
          <a:xfrm>
            <a:off x="8263116" y="780712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159184C-D43D-D750-E9F9-35D8B6E20CF2}"/>
              </a:ext>
            </a:extLst>
          </p:cNvPr>
          <p:cNvSpPr/>
          <p:nvPr/>
        </p:nvSpPr>
        <p:spPr>
          <a:xfrm>
            <a:off x="10631336" y="786108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0EA8DAD-C6C4-6D81-CBCC-49F7E0B31CDD}"/>
              </a:ext>
            </a:extLst>
          </p:cNvPr>
          <p:cNvSpPr/>
          <p:nvPr/>
        </p:nvSpPr>
        <p:spPr>
          <a:xfrm>
            <a:off x="10934549" y="662603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1D0028-7CD2-434A-9521-3D4582438032}"/>
              </a:ext>
            </a:extLst>
          </p:cNvPr>
          <p:cNvSpPr/>
          <p:nvPr/>
        </p:nvSpPr>
        <p:spPr>
          <a:xfrm>
            <a:off x="11088219" y="564525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E5A99BE1-CC9E-5D1B-E3AC-F5EDFC732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1200"/>
            <a:ext cx="12192000" cy="325120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EC1366E-EB5D-F027-35FF-BCF0C104C3A6}"/>
              </a:ext>
            </a:extLst>
          </p:cNvPr>
          <p:cNvSpPr/>
          <p:nvPr/>
        </p:nvSpPr>
        <p:spPr>
          <a:xfrm>
            <a:off x="6105835" y="662618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935F84-5ED1-1404-CEE7-531014DD809A}"/>
              </a:ext>
            </a:extLst>
          </p:cNvPr>
          <p:cNvSpPr/>
          <p:nvPr/>
        </p:nvSpPr>
        <p:spPr>
          <a:xfrm>
            <a:off x="10917709" y="784516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3C63F03-6382-5D78-945E-7E491826841D}"/>
              </a:ext>
            </a:extLst>
          </p:cNvPr>
          <p:cNvSpPr/>
          <p:nvPr/>
        </p:nvSpPr>
        <p:spPr>
          <a:xfrm>
            <a:off x="1182673" y="776581"/>
            <a:ext cx="236220" cy="48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441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2D3D6-4383-9723-F8AA-381F9190A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371FC2AC-04FD-A68C-F9EC-A9E2B640F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" y="0"/>
            <a:ext cx="12192000" cy="3251200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F192950D-FF54-7E5B-D0AE-F0CF8E0577DF}"/>
              </a:ext>
            </a:extLst>
          </p:cNvPr>
          <p:cNvSpPr/>
          <p:nvPr/>
        </p:nvSpPr>
        <p:spPr>
          <a:xfrm>
            <a:off x="1399540" y="472438"/>
            <a:ext cx="23622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F21DC60-6132-8179-6394-4DBE106F123A}"/>
              </a:ext>
            </a:extLst>
          </p:cNvPr>
          <p:cNvSpPr/>
          <p:nvPr/>
        </p:nvSpPr>
        <p:spPr>
          <a:xfrm>
            <a:off x="1361588" y="568651"/>
            <a:ext cx="236220" cy="488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61839B7-DAFE-3861-2915-FF3BBFE882EE}"/>
              </a:ext>
            </a:extLst>
          </p:cNvPr>
          <p:cNvSpPr/>
          <p:nvPr/>
        </p:nvSpPr>
        <p:spPr>
          <a:xfrm>
            <a:off x="1187125" y="663899"/>
            <a:ext cx="236220" cy="48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3E276D7-2E44-D3F1-E358-1E0AE7FEF2BA}"/>
              </a:ext>
            </a:extLst>
          </p:cNvPr>
          <p:cNvSpPr/>
          <p:nvPr/>
        </p:nvSpPr>
        <p:spPr>
          <a:xfrm>
            <a:off x="1345245" y="937896"/>
            <a:ext cx="236220" cy="488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A292209-6B4B-4740-DC54-0C226591549B}"/>
              </a:ext>
            </a:extLst>
          </p:cNvPr>
          <p:cNvSpPr/>
          <p:nvPr/>
        </p:nvSpPr>
        <p:spPr>
          <a:xfrm>
            <a:off x="895355" y="776115"/>
            <a:ext cx="236220" cy="48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0612AAA-99CF-BD36-5718-6E0731D206FD}"/>
              </a:ext>
            </a:extLst>
          </p:cNvPr>
          <p:cNvSpPr/>
          <p:nvPr/>
        </p:nvSpPr>
        <p:spPr>
          <a:xfrm>
            <a:off x="3309625" y="773426"/>
            <a:ext cx="236220" cy="90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BAA1A3C-7515-2661-A919-8C2E361DA147}"/>
              </a:ext>
            </a:extLst>
          </p:cNvPr>
          <p:cNvSpPr/>
          <p:nvPr/>
        </p:nvSpPr>
        <p:spPr>
          <a:xfrm>
            <a:off x="3595045" y="787389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38D48C9-DB93-4220-0181-41594BE35CD1}"/>
              </a:ext>
            </a:extLst>
          </p:cNvPr>
          <p:cNvSpPr/>
          <p:nvPr/>
        </p:nvSpPr>
        <p:spPr>
          <a:xfrm>
            <a:off x="3614095" y="669273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7152089-E7DB-A6F4-5DCB-FD71F483480C}"/>
              </a:ext>
            </a:extLst>
          </p:cNvPr>
          <p:cNvSpPr/>
          <p:nvPr/>
        </p:nvSpPr>
        <p:spPr>
          <a:xfrm>
            <a:off x="3780378" y="564524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4255076-CF74-6401-0CF4-5E8643BE3E5F}"/>
              </a:ext>
            </a:extLst>
          </p:cNvPr>
          <p:cNvSpPr/>
          <p:nvPr/>
        </p:nvSpPr>
        <p:spPr>
          <a:xfrm>
            <a:off x="6216325" y="528327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85D7161-A49F-BC03-D7FD-5242B6298DE3}"/>
              </a:ext>
            </a:extLst>
          </p:cNvPr>
          <p:cNvSpPr/>
          <p:nvPr/>
        </p:nvSpPr>
        <p:spPr>
          <a:xfrm>
            <a:off x="6216325" y="490847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DA6E816-8AB4-87CD-6EDF-A4F9A4F42D0C}"/>
              </a:ext>
            </a:extLst>
          </p:cNvPr>
          <p:cNvSpPr/>
          <p:nvPr/>
        </p:nvSpPr>
        <p:spPr>
          <a:xfrm>
            <a:off x="8760309" y="532442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74013FA-5654-716D-30BA-FCC43AFA5D3F}"/>
              </a:ext>
            </a:extLst>
          </p:cNvPr>
          <p:cNvSpPr/>
          <p:nvPr/>
        </p:nvSpPr>
        <p:spPr>
          <a:xfrm>
            <a:off x="8597575" y="672147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D4138A3-4CD4-5847-2AFF-8D2A8400F412}"/>
              </a:ext>
            </a:extLst>
          </p:cNvPr>
          <p:cNvSpPr/>
          <p:nvPr/>
        </p:nvSpPr>
        <p:spPr>
          <a:xfrm>
            <a:off x="8549489" y="780712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E746768-9244-72F4-3DBD-754C96BF29CD}"/>
              </a:ext>
            </a:extLst>
          </p:cNvPr>
          <p:cNvSpPr/>
          <p:nvPr/>
        </p:nvSpPr>
        <p:spPr>
          <a:xfrm>
            <a:off x="8263116" y="780712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2427C7A-439F-E8D0-991A-1561E18528BE}"/>
              </a:ext>
            </a:extLst>
          </p:cNvPr>
          <p:cNvSpPr/>
          <p:nvPr/>
        </p:nvSpPr>
        <p:spPr>
          <a:xfrm>
            <a:off x="10631336" y="786108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1089D7F-51F7-DA88-83DC-3140A2D1E242}"/>
              </a:ext>
            </a:extLst>
          </p:cNvPr>
          <p:cNvSpPr/>
          <p:nvPr/>
        </p:nvSpPr>
        <p:spPr>
          <a:xfrm>
            <a:off x="10934549" y="662603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6BE2682-94A1-D7F8-ABFE-31DFB64C4AB4}"/>
              </a:ext>
            </a:extLst>
          </p:cNvPr>
          <p:cNvSpPr/>
          <p:nvPr/>
        </p:nvSpPr>
        <p:spPr>
          <a:xfrm>
            <a:off x="11088219" y="564525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C5174A2-56C4-FDFA-402F-45C25102B037}"/>
              </a:ext>
            </a:extLst>
          </p:cNvPr>
          <p:cNvSpPr/>
          <p:nvPr/>
        </p:nvSpPr>
        <p:spPr>
          <a:xfrm>
            <a:off x="6105835" y="662618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1165659-955E-9D88-01B4-CA894A15270A}"/>
              </a:ext>
            </a:extLst>
          </p:cNvPr>
          <p:cNvSpPr/>
          <p:nvPr/>
        </p:nvSpPr>
        <p:spPr>
          <a:xfrm>
            <a:off x="10917709" y="784516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7654A0D-9B9E-846C-D653-B4F27A932638}"/>
              </a:ext>
            </a:extLst>
          </p:cNvPr>
          <p:cNvSpPr/>
          <p:nvPr/>
        </p:nvSpPr>
        <p:spPr>
          <a:xfrm>
            <a:off x="1182673" y="776581"/>
            <a:ext cx="236220" cy="48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1267F596-4A7B-8F7C-C938-2F9183218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1200"/>
            <a:ext cx="12192000" cy="32512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EF699FE-A98E-C61B-B02D-D7179D623E81}"/>
              </a:ext>
            </a:extLst>
          </p:cNvPr>
          <p:cNvSpPr/>
          <p:nvPr/>
        </p:nvSpPr>
        <p:spPr>
          <a:xfrm>
            <a:off x="1399540" y="472438"/>
            <a:ext cx="236220" cy="10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8DAC18-468A-1381-C1CA-6BCFFB126FEB}"/>
              </a:ext>
            </a:extLst>
          </p:cNvPr>
          <p:cNvSpPr/>
          <p:nvPr/>
        </p:nvSpPr>
        <p:spPr>
          <a:xfrm>
            <a:off x="1345245" y="937896"/>
            <a:ext cx="236220" cy="488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5B2D46-0688-2B32-0E8F-A683233F3160}"/>
              </a:ext>
            </a:extLst>
          </p:cNvPr>
          <p:cNvSpPr/>
          <p:nvPr/>
        </p:nvSpPr>
        <p:spPr>
          <a:xfrm>
            <a:off x="3770305" y="522930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1575CF-77B6-8E6B-5687-41DC7F9C8FA6}"/>
              </a:ext>
            </a:extLst>
          </p:cNvPr>
          <p:cNvSpPr/>
          <p:nvPr/>
        </p:nvSpPr>
        <p:spPr>
          <a:xfrm>
            <a:off x="6216325" y="490847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DF7E310-871F-22CC-A88E-AAF1872DDC03}"/>
              </a:ext>
            </a:extLst>
          </p:cNvPr>
          <p:cNvSpPr/>
          <p:nvPr/>
        </p:nvSpPr>
        <p:spPr>
          <a:xfrm>
            <a:off x="8783169" y="493059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2BF28D-0F8C-32B4-B4A7-A8C77F0658D3}"/>
              </a:ext>
            </a:extLst>
          </p:cNvPr>
          <p:cNvSpPr/>
          <p:nvPr/>
        </p:nvSpPr>
        <p:spPr>
          <a:xfrm>
            <a:off x="11071062" y="490847"/>
            <a:ext cx="236220" cy="8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43A72-F85D-5049-D6DB-E38DFADDE366}"/>
              </a:ext>
            </a:extLst>
          </p:cNvPr>
          <p:cNvSpPr txBox="1"/>
          <p:nvPr/>
        </p:nvSpPr>
        <p:spPr>
          <a:xfrm>
            <a:off x="816642" y="472438"/>
            <a:ext cx="350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AFBB3C-EAD1-E796-1763-59A3C5675D59}"/>
              </a:ext>
            </a:extLst>
          </p:cNvPr>
          <p:cNvSpPr txBox="1"/>
          <p:nvPr/>
        </p:nvSpPr>
        <p:spPr>
          <a:xfrm>
            <a:off x="816642" y="582166"/>
            <a:ext cx="350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5BD7AA-C0BD-1D08-BF5F-FCFB202FCA42}"/>
              </a:ext>
            </a:extLst>
          </p:cNvPr>
          <p:cNvSpPr txBox="1"/>
          <p:nvPr/>
        </p:nvSpPr>
        <p:spPr>
          <a:xfrm>
            <a:off x="819218" y="701038"/>
            <a:ext cx="350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8EBED4-E2B9-EF7D-AD50-5E195C4F4742}"/>
              </a:ext>
            </a:extLst>
          </p:cNvPr>
          <p:cNvSpPr txBox="1"/>
          <p:nvPr/>
        </p:nvSpPr>
        <p:spPr>
          <a:xfrm>
            <a:off x="3256098" y="478154"/>
            <a:ext cx="350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7BCB8F-BAF4-5812-0A70-C89C92EF441F}"/>
              </a:ext>
            </a:extLst>
          </p:cNvPr>
          <p:cNvSpPr txBox="1"/>
          <p:nvPr/>
        </p:nvSpPr>
        <p:spPr>
          <a:xfrm>
            <a:off x="3256098" y="587882"/>
            <a:ext cx="350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8ADCFE-9200-FCA0-0BAA-1B0ADBA8DE64}"/>
              </a:ext>
            </a:extLst>
          </p:cNvPr>
          <p:cNvSpPr txBox="1"/>
          <p:nvPr/>
        </p:nvSpPr>
        <p:spPr>
          <a:xfrm>
            <a:off x="3258674" y="706754"/>
            <a:ext cx="350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71E376-2E84-2F26-451F-3F73F2A690BE}"/>
              </a:ext>
            </a:extLst>
          </p:cNvPr>
          <p:cNvSpPr txBox="1"/>
          <p:nvPr/>
        </p:nvSpPr>
        <p:spPr>
          <a:xfrm>
            <a:off x="5678279" y="472438"/>
            <a:ext cx="350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DF2C38-9AD8-F0AB-5B49-1B9514ABCC21}"/>
              </a:ext>
            </a:extLst>
          </p:cNvPr>
          <p:cNvSpPr txBox="1"/>
          <p:nvPr/>
        </p:nvSpPr>
        <p:spPr>
          <a:xfrm>
            <a:off x="5678279" y="582166"/>
            <a:ext cx="350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DF932E-70C4-3D79-679D-40A2237D5721}"/>
              </a:ext>
            </a:extLst>
          </p:cNvPr>
          <p:cNvSpPr txBox="1"/>
          <p:nvPr/>
        </p:nvSpPr>
        <p:spPr>
          <a:xfrm>
            <a:off x="5680855" y="701038"/>
            <a:ext cx="350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DCCB51-3740-FFD4-E8A8-933224F7F6C4}"/>
              </a:ext>
            </a:extLst>
          </p:cNvPr>
          <p:cNvSpPr txBox="1"/>
          <p:nvPr/>
        </p:nvSpPr>
        <p:spPr>
          <a:xfrm>
            <a:off x="8194548" y="477556"/>
            <a:ext cx="350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DEA022-1C91-88D6-CE8C-0F152E6D1445}"/>
              </a:ext>
            </a:extLst>
          </p:cNvPr>
          <p:cNvSpPr txBox="1"/>
          <p:nvPr/>
        </p:nvSpPr>
        <p:spPr>
          <a:xfrm>
            <a:off x="8194548" y="588988"/>
            <a:ext cx="350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150D60-4F54-151F-75FE-769880A3F36A}"/>
              </a:ext>
            </a:extLst>
          </p:cNvPr>
          <p:cNvSpPr txBox="1"/>
          <p:nvPr/>
        </p:nvSpPr>
        <p:spPr>
          <a:xfrm>
            <a:off x="8197124" y="699080"/>
            <a:ext cx="350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5E487D1-B80D-9291-E026-D0D7B24D5B19}"/>
              </a:ext>
            </a:extLst>
          </p:cNvPr>
          <p:cNvSpPr txBox="1"/>
          <p:nvPr/>
        </p:nvSpPr>
        <p:spPr>
          <a:xfrm>
            <a:off x="10575751" y="477556"/>
            <a:ext cx="350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E6D1FF-AFFF-54BA-B128-69D49F4FC8C8}"/>
              </a:ext>
            </a:extLst>
          </p:cNvPr>
          <p:cNvSpPr txBox="1"/>
          <p:nvPr/>
        </p:nvSpPr>
        <p:spPr>
          <a:xfrm>
            <a:off x="10575751" y="588988"/>
            <a:ext cx="350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FE9F9D-1305-4E89-A251-D40147C3FFF0}"/>
              </a:ext>
            </a:extLst>
          </p:cNvPr>
          <p:cNvSpPr txBox="1"/>
          <p:nvPr/>
        </p:nvSpPr>
        <p:spPr>
          <a:xfrm>
            <a:off x="10575751" y="699080"/>
            <a:ext cx="350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59367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52A6C-6A2E-3DFA-29AC-28FDB6328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67F566-5FCD-9EFA-01F3-3C2BB1160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784"/>
            <a:ext cx="12192000" cy="65044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E6BF4E-30B3-2537-B5A1-C2D73F490253}"/>
              </a:ext>
            </a:extLst>
          </p:cNvPr>
          <p:cNvSpPr txBox="1"/>
          <p:nvPr/>
        </p:nvSpPr>
        <p:spPr>
          <a:xfrm>
            <a:off x="1135380" y="835660"/>
            <a:ext cx="3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936BA9-FD79-4ADD-C0EF-8E216B034F69}"/>
              </a:ext>
            </a:extLst>
          </p:cNvPr>
          <p:cNvSpPr txBox="1"/>
          <p:nvPr/>
        </p:nvSpPr>
        <p:spPr>
          <a:xfrm>
            <a:off x="1135380" y="650994"/>
            <a:ext cx="3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AF8BF9-7232-5697-1E53-D761E3FF3B7D}"/>
              </a:ext>
            </a:extLst>
          </p:cNvPr>
          <p:cNvSpPr txBox="1"/>
          <p:nvPr/>
        </p:nvSpPr>
        <p:spPr>
          <a:xfrm>
            <a:off x="1135380" y="466328"/>
            <a:ext cx="3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BB96EF-0AEB-1471-272C-31B4EF363E4C}"/>
              </a:ext>
            </a:extLst>
          </p:cNvPr>
          <p:cNvSpPr txBox="1"/>
          <p:nvPr/>
        </p:nvSpPr>
        <p:spPr>
          <a:xfrm>
            <a:off x="5901690" y="481181"/>
            <a:ext cx="3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C82C3B-CD0A-4A41-1F88-DD48D85D5B03}"/>
              </a:ext>
            </a:extLst>
          </p:cNvPr>
          <p:cNvSpPr txBox="1"/>
          <p:nvPr/>
        </p:nvSpPr>
        <p:spPr>
          <a:xfrm>
            <a:off x="8349401" y="466328"/>
            <a:ext cx="3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F0733A-B499-47F0-E0F9-769FD8F358FA}"/>
              </a:ext>
            </a:extLst>
          </p:cNvPr>
          <p:cNvSpPr txBox="1"/>
          <p:nvPr/>
        </p:nvSpPr>
        <p:spPr>
          <a:xfrm>
            <a:off x="3597933" y="860294"/>
            <a:ext cx="464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D6E756-0CC3-77D2-363B-7A6CD265044F}"/>
              </a:ext>
            </a:extLst>
          </p:cNvPr>
          <p:cNvSpPr txBox="1"/>
          <p:nvPr/>
        </p:nvSpPr>
        <p:spPr>
          <a:xfrm>
            <a:off x="3597932" y="696625"/>
            <a:ext cx="464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EC7661-BB91-FC48-6C29-7058B406BDEA}"/>
              </a:ext>
            </a:extLst>
          </p:cNvPr>
          <p:cNvSpPr txBox="1"/>
          <p:nvPr/>
        </p:nvSpPr>
        <p:spPr>
          <a:xfrm>
            <a:off x="3597932" y="532773"/>
            <a:ext cx="464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58C94B-D558-A8DC-FF53-0B6244406FC9}"/>
              </a:ext>
            </a:extLst>
          </p:cNvPr>
          <p:cNvSpPr txBox="1"/>
          <p:nvPr/>
        </p:nvSpPr>
        <p:spPr>
          <a:xfrm>
            <a:off x="8349401" y="786421"/>
            <a:ext cx="464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4FB3AD-808D-0E0A-CB51-2E2B7CE88CAC}"/>
              </a:ext>
            </a:extLst>
          </p:cNvPr>
          <p:cNvSpPr txBox="1"/>
          <p:nvPr/>
        </p:nvSpPr>
        <p:spPr>
          <a:xfrm>
            <a:off x="8349400" y="607407"/>
            <a:ext cx="464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6E8BF4-C68C-0150-97C3-A3D6F4EFBA34}"/>
              </a:ext>
            </a:extLst>
          </p:cNvPr>
          <p:cNvSpPr txBox="1"/>
          <p:nvPr/>
        </p:nvSpPr>
        <p:spPr>
          <a:xfrm>
            <a:off x="10849167" y="466328"/>
            <a:ext cx="3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E6296A-71E5-4D4D-F610-FD3FD29E1AE6}"/>
              </a:ext>
            </a:extLst>
          </p:cNvPr>
          <p:cNvSpPr txBox="1"/>
          <p:nvPr/>
        </p:nvSpPr>
        <p:spPr>
          <a:xfrm>
            <a:off x="10849167" y="786421"/>
            <a:ext cx="464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B06FA2-B71E-A28C-CDBC-AC5CD1E0E635}"/>
              </a:ext>
            </a:extLst>
          </p:cNvPr>
          <p:cNvSpPr txBox="1"/>
          <p:nvPr/>
        </p:nvSpPr>
        <p:spPr>
          <a:xfrm>
            <a:off x="10849166" y="607407"/>
            <a:ext cx="464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A0D3F1-E1C0-BDE0-2B18-F0D3E8A9A638}"/>
              </a:ext>
            </a:extLst>
          </p:cNvPr>
          <p:cNvSpPr txBox="1"/>
          <p:nvPr/>
        </p:nvSpPr>
        <p:spPr>
          <a:xfrm>
            <a:off x="5901690" y="650994"/>
            <a:ext cx="3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E1A74B-EB37-6893-FCA1-EA1EA60362B0}"/>
              </a:ext>
            </a:extLst>
          </p:cNvPr>
          <p:cNvSpPr txBox="1"/>
          <p:nvPr/>
        </p:nvSpPr>
        <p:spPr>
          <a:xfrm>
            <a:off x="5901690" y="835660"/>
            <a:ext cx="3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</a:p>
        </p:txBody>
      </p:sp>
    </p:spTree>
    <p:extLst>
      <p:ext uri="{BB962C8B-B14F-4D97-AF65-F5344CB8AC3E}">
        <p14:creationId xmlns:p14="http://schemas.microsoft.com/office/powerpoint/2010/main" val="3203209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30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Shevlin, Blair</dc:creator>
  <cp:lastModifiedBy>Shevlin, Blair</cp:lastModifiedBy>
  <cp:revision>6</cp:revision>
  <dcterms:created xsi:type="dcterms:W3CDTF">2024-12-16T14:56:29Z</dcterms:created>
  <dcterms:modified xsi:type="dcterms:W3CDTF">2025-11-04T16:44:30Z</dcterms:modified>
</cp:coreProperties>
</file>