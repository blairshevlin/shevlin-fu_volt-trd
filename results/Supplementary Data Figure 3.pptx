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44" d="100"/>
          <a:sy n="44" d="100"/>
        </p:scale>
        <p:origin x="1862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2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9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4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8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7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5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4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6535-FF51-383F-3D26-AD5EEDF3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2A030E8D-6829-3A32-FD99-E1125DE2A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6000" cy="36576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A9C00B-14D1-9611-904B-B878288DFF4D}"/>
              </a:ext>
            </a:extLst>
          </p:cNvPr>
          <p:cNvSpPr/>
          <p:nvPr/>
        </p:nvSpPr>
        <p:spPr>
          <a:xfrm>
            <a:off x="1078230" y="750570"/>
            <a:ext cx="10668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9376AA-E739-5370-8C42-E2B924F411DA}"/>
              </a:ext>
            </a:extLst>
          </p:cNvPr>
          <p:cNvSpPr txBox="1"/>
          <p:nvPr/>
        </p:nvSpPr>
        <p:spPr>
          <a:xfrm>
            <a:off x="883921" y="679234"/>
            <a:ext cx="5295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52067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Shevlin, Blair</dc:creator>
  <cp:lastModifiedBy>Shevlin, Blair</cp:lastModifiedBy>
  <cp:revision>9</cp:revision>
  <dcterms:created xsi:type="dcterms:W3CDTF">2025-10-15T18:49:43Z</dcterms:created>
  <dcterms:modified xsi:type="dcterms:W3CDTF">2025-11-14T20:26:11Z</dcterms:modified>
</cp:coreProperties>
</file>